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8288000" cy="10287000"/>
  <p:notesSz cx="6858000" cy="9144000"/>
  <p:embeddedFontLst>
    <p:embeddedFont>
      <p:font typeface="Poppins" panose="00000500000000000000" pitchFamily="2" charset="0"/>
      <p:regular r:id="rId8"/>
    </p:embeddedFont>
    <p:embeddedFont>
      <p:font typeface="Poppins Bold" panose="020B0604020202020204" charset="0"/>
      <p:regular r:id="rId9"/>
    </p:embeddedFont>
    <p:embeddedFont>
      <p:font typeface="Poppins Semi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0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7.pn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29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8.png"/><Relationship Id="rId17" Type="http://schemas.openxmlformats.org/officeDocument/2006/relationships/image" Target="../media/image8.png"/><Relationship Id="rId2" Type="http://schemas.openxmlformats.org/officeDocument/2006/relationships/image" Target="../media/image15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1.jpeg"/><Relationship Id="rId5" Type="http://schemas.openxmlformats.org/officeDocument/2006/relationships/image" Target="../media/image18.svg"/><Relationship Id="rId15" Type="http://schemas.openxmlformats.org/officeDocument/2006/relationships/image" Target="../media/image31.svg"/><Relationship Id="rId10" Type="http://schemas.openxmlformats.org/officeDocument/2006/relationships/image" Target="../media/image27.svg"/><Relationship Id="rId4" Type="http://schemas.openxmlformats.org/officeDocument/2006/relationships/image" Target="../media/image17.png"/><Relationship Id="rId9" Type="http://schemas.openxmlformats.org/officeDocument/2006/relationships/image" Target="../media/image26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92009" y="75226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288" y="3648608"/>
            <a:ext cx="6520815" cy="28575"/>
            <a:chOff x="0" y="0"/>
            <a:chExt cx="8694420" cy="38100"/>
          </a:xfrm>
        </p:grpSpPr>
        <p:sp>
          <p:nvSpPr>
            <p:cNvPr id="4" name="Freeform 4"/>
            <p:cNvSpPr/>
            <p:nvPr/>
          </p:nvSpPr>
          <p:spPr>
            <a:xfrm>
              <a:off x="19050" y="0"/>
              <a:ext cx="8656320" cy="38100"/>
            </a:xfrm>
            <a:custGeom>
              <a:avLst/>
              <a:gdLst/>
              <a:ahLst/>
              <a:cxnLst/>
              <a:rect l="l" t="t" r="r" b="b"/>
              <a:pathLst>
                <a:path w="8656320" h="38100">
                  <a:moveTo>
                    <a:pt x="0" y="0"/>
                  </a:moveTo>
                  <a:lnTo>
                    <a:pt x="8656320" y="0"/>
                  </a:lnTo>
                  <a:lnTo>
                    <a:pt x="865632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4B4B8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7099604" y="65737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6"/>
                </a:lnTo>
                <a:lnTo>
                  <a:pt x="0" y="4507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487424" y="257070"/>
            <a:ext cx="2528135" cy="2515352"/>
          </a:xfrm>
          <a:custGeom>
            <a:avLst/>
            <a:gdLst/>
            <a:ahLst/>
            <a:cxnLst/>
            <a:rect l="l" t="t" r="r" b="b"/>
            <a:pathLst>
              <a:path w="2528135" h="2515352">
                <a:moveTo>
                  <a:pt x="0" y="0"/>
                </a:moveTo>
                <a:lnTo>
                  <a:pt x="2528135" y="0"/>
                </a:lnTo>
                <a:lnTo>
                  <a:pt x="2528135" y="2515353"/>
                </a:lnTo>
                <a:lnTo>
                  <a:pt x="0" y="251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54932" y="1126484"/>
            <a:ext cx="408727" cy="408727"/>
          </a:xfrm>
          <a:custGeom>
            <a:avLst/>
            <a:gdLst/>
            <a:ahLst/>
            <a:cxnLst/>
            <a:rect l="l" t="t" r="r" b="b"/>
            <a:pathLst>
              <a:path w="408727" h="408727">
                <a:moveTo>
                  <a:pt x="0" y="0"/>
                </a:moveTo>
                <a:lnTo>
                  <a:pt x="408727" y="0"/>
                </a:lnTo>
                <a:lnTo>
                  <a:pt x="408727" y="408727"/>
                </a:lnTo>
                <a:lnTo>
                  <a:pt x="0" y="4087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149553"/>
            <a:ext cx="14731041" cy="3432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14"/>
              </a:lnSpc>
            </a:pPr>
            <a:r>
              <a:rPr lang="en-US" sz="13868" spc="-706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Learn2Trade</a:t>
            </a:r>
          </a:p>
          <a:p>
            <a:pPr algn="l">
              <a:lnSpc>
                <a:spcPts val="13314"/>
              </a:lnSpc>
            </a:pPr>
            <a:endParaRPr lang="en-US" sz="13868" spc="-706">
              <a:solidFill>
                <a:srgbClr val="459DA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52936" y="3393672"/>
            <a:ext cx="8757104" cy="424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6"/>
              </a:lnSpc>
            </a:pPr>
            <a:r>
              <a:rPr lang="en-US" sz="2047" spc="255">
                <a:solidFill>
                  <a:srgbClr val="202729"/>
                </a:solidFill>
                <a:latin typeface="Poppins"/>
                <a:ea typeface="Poppins"/>
                <a:cs typeface="Poppins"/>
                <a:sym typeface="Poppins"/>
              </a:rPr>
              <a:t>COMPLETE LEARNING &amp; PRACTICE ECOSYSTEM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318274" y="8376628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2012309" y="-2919327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05416" y="6023810"/>
            <a:ext cx="7888805" cy="112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Name: THANTH SANJAY H.</a:t>
            </a:r>
          </a:p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Enroll No: 24002171210193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47602" y="5880344"/>
            <a:ext cx="7888805" cy="112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Name: PATEL YATRIK N.</a:t>
            </a:r>
          </a:p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Enroll No: 24002171210125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5379" y="7603836"/>
            <a:ext cx="7888805" cy="112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Name: RANA AYUSH  J.</a:t>
            </a:r>
          </a:p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Enroll No: 24002171210151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70221" y="4301814"/>
            <a:ext cx="3048000" cy="58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Prepared By: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0" y="-5934"/>
            <a:ext cx="1172213" cy="1110463"/>
            <a:chOff x="0" y="0"/>
            <a:chExt cx="1562951" cy="148061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62989" cy="1480566"/>
            </a:xfrm>
            <a:custGeom>
              <a:avLst/>
              <a:gdLst/>
              <a:ahLst/>
              <a:cxnLst/>
              <a:rect l="l" t="t" r="r" b="b"/>
              <a:pathLst>
                <a:path w="1562989" h="1480566">
                  <a:moveTo>
                    <a:pt x="0" y="0"/>
                  </a:moveTo>
                  <a:lnTo>
                    <a:pt x="1562989" y="0"/>
                  </a:lnTo>
                  <a:lnTo>
                    <a:pt x="1562989" y="1480566"/>
                  </a:lnTo>
                  <a:lnTo>
                    <a:pt x="0" y="148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449" r="2" b="-545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5022097" y="-5934"/>
            <a:ext cx="3240500" cy="603847"/>
            <a:chOff x="0" y="0"/>
            <a:chExt cx="4320667" cy="80512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20667" cy="805180"/>
            </a:xfrm>
            <a:custGeom>
              <a:avLst/>
              <a:gdLst/>
              <a:ahLst/>
              <a:cxnLst/>
              <a:rect l="l" t="t" r="r" b="b"/>
              <a:pathLst>
                <a:path w="4320667" h="805180">
                  <a:moveTo>
                    <a:pt x="0" y="0"/>
                  </a:moveTo>
                  <a:lnTo>
                    <a:pt x="4320667" y="0"/>
                  </a:lnTo>
                  <a:lnTo>
                    <a:pt x="4320667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4754" t="-30837" b="-5237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C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87424" y="257070"/>
            <a:ext cx="2528135" cy="2515352"/>
          </a:xfrm>
          <a:custGeom>
            <a:avLst/>
            <a:gdLst/>
            <a:ahLst/>
            <a:cxnLst/>
            <a:rect l="l" t="t" r="r" b="b"/>
            <a:pathLst>
              <a:path w="2528135" h="2515352">
                <a:moveTo>
                  <a:pt x="0" y="0"/>
                </a:moveTo>
                <a:lnTo>
                  <a:pt x="2528135" y="0"/>
                </a:lnTo>
                <a:lnTo>
                  <a:pt x="2528135" y="2515353"/>
                </a:lnTo>
                <a:lnTo>
                  <a:pt x="0" y="2515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54932" y="1126484"/>
            <a:ext cx="408727" cy="408727"/>
          </a:xfrm>
          <a:custGeom>
            <a:avLst/>
            <a:gdLst/>
            <a:ahLst/>
            <a:cxnLst/>
            <a:rect l="l" t="t" r="r" b="b"/>
            <a:pathLst>
              <a:path w="408727" h="408727">
                <a:moveTo>
                  <a:pt x="0" y="0"/>
                </a:moveTo>
                <a:lnTo>
                  <a:pt x="408727" y="0"/>
                </a:lnTo>
                <a:lnTo>
                  <a:pt x="408727" y="408727"/>
                </a:lnTo>
                <a:lnTo>
                  <a:pt x="0" y="4087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012309" y="-2919327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35920" y="4891583"/>
            <a:ext cx="5334400" cy="3725647"/>
          </a:xfrm>
          <a:custGeom>
            <a:avLst/>
            <a:gdLst/>
            <a:ahLst/>
            <a:cxnLst/>
            <a:rect l="l" t="t" r="r" b="b"/>
            <a:pathLst>
              <a:path w="5334400" h="3725647">
                <a:moveTo>
                  <a:pt x="0" y="0"/>
                </a:moveTo>
                <a:lnTo>
                  <a:pt x="5334400" y="0"/>
                </a:lnTo>
                <a:lnTo>
                  <a:pt x="5334400" y="3725647"/>
                </a:lnTo>
                <a:lnTo>
                  <a:pt x="0" y="3725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463134" y="1295400"/>
            <a:ext cx="12960382" cy="136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08"/>
              </a:lnSpc>
            </a:pPr>
            <a:r>
              <a:rPr lang="en-US" sz="10738" spc="-547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1009" y="6148340"/>
            <a:ext cx="3428905" cy="1464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7"/>
              </a:lnSpc>
            </a:pPr>
            <a:r>
              <a:rPr lang="en-US" sz="3034" spc="379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STOCK MARKET CONCEPTS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368414"/>
            <a:ext cx="3061545" cy="72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0"/>
              </a:lnSpc>
            </a:pPr>
            <a:r>
              <a:rPr lang="en-US" sz="3415" spc="-174">
                <a:solidFill>
                  <a:srgbClr val="202729"/>
                </a:solidFill>
                <a:latin typeface="Poppins"/>
                <a:ea typeface="Poppins"/>
                <a:cs typeface="Poppins"/>
                <a:sym typeface="Poppins"/>
              </a:rPr>
              <a:t>Learn</a:t>
            </a:r>
          </a:p>
        </p:txBody>
      </p:sp>
      <p:sp>
        <p:nvSpPr>
          <p:cNvPr id="9" name="Freeform 9"/>
          <p:cNvSpPr/>
          <p:nvPr/>
        </p:nvSpPr>
        <p:spPr>
          <a:xfrm>
            <a:off x="6476800" y="4876288"/>
            <a:ext cx="5334400" cy="3725647"/>
          </a:xfrm>
          <a:custGeom>
            <a:avLst/>
            <a:gdLst/>
            <a:ahLst/>
            <a:cxnLst/>
            <a:rect l="l" t="t" r="r" b="b"/>
            <a:pathLst>
              <a:path w="5334400" h="3725647">
                <a:moveTo>
                  <a:pt x="0" y="0"/>
                </a:moveTo>
                <a:lnTo>
                  <a:pt x="5334401" y="0"/>
                </a:lnTo>
                <a:lnTo>
                  <a:pt x="5334401" y="3725647"/>
                </a:lnTo>
                <a:lnTo>
                  <a:pt x="0" y="37256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294902" y="5979100"/>
            <a:ext cx="4298699" cy="1920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2760" spc="345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VIRTUAL TRADING WITH RANDOM DAY’S RANDOM STOCK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94271" y="5251590"/>
            <a:ext cx="2549976" cy="660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3"/>
              </a:lnSpc>
            </a:pPr>
            <a:r>
              <a:rPr lang="en-US" sz="3251" spc="-164">
                <a:solidFill>
                  <a:srgbClr val="202729"/>
                </a:solidFill>
                <a:latin typeface="Poppins"/>
                <a:ea typeface="Poppins"/>
                <a:cs typeface="Poppins"/>
                <a:sym typeface="Poppins"/>
              </a:rPr>
              <a:t>Practice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089815" y="4885420"/>
            <a:ext cx="5334400" cy="3725647"/>
          </a:xfrm>
          <a:custGeom>
            <a:avLst/>
            <a:gdLst/>
            <a:ahLst/>
            <a:cxnLst/>
            <a:rect l="l" t="t" r="r" b="b"/>
            <a:pathLst>
              <a:path w="5334400" h="3725647">
                <a:moveTo>
                  <a:pt x="0" y="0"/>
                </a:moveTo>
                <a:lnTo>
                  <a:pt x="5334400" y="0"/>
                </a:lnTo>
                <a:lnTo>
                  <a:pt x="5334400" y="3725647"/>
                </a:lnTo>
                <a:lnTo>
                  <a:pt x="0" y="3725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963382" y="5866628"/>
            <a:ext cx="4091559" cy="2022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sz="2954" spc="369">
                <a:solidFill>
                  <a:srgbClr val="202729">
                    <a:alpha val="71765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PAPER TRADING WITH REAL-TIME MARKET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90596" y="5213490"/>
            <a:ext cx="2065411" cy="772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3720" spc="-189" dirty="0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Trade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094201" y="8434235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6801795" y="748533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82657" y="3476006"/>
            <a:ext cx="16751551" cy="600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2982" spc="-152">
                <a:solidFill>
                  <a:srgbClr val="202729"/>
                </a:solidFill>
                <a:latin typeface="Poppins"/>
                <a:ea typeface="Poppins"/>
                <a:cs typeface="Poppins"/>
                <a:sym typeface="Poppins"/>
              </a:rPr>
              <a:t>A comprehensive web-based platform that enables users to: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0" y="-5934"/>
            <a:ext cx="1172213" cy="1110463"/>
            <a:chOff x="0" y="0"/>
            <a:chExt cx="1562951" cy="14806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62989" cy="1480566"/>
            </a:xfrm>
            <a:custGeom>
              <a:avLst/>
              <a:gdLst/>
              <a:ahLst/>
              <a:cxnLst/>
              <a:rect l="l" t="t" r="r" b="b"/>
              <a:pathLst>
                <a:path w="1562989" h="1480566">
                  <a:moveTo>
                    <a:pt x="0" y="0"/>
                  </a:moveTo>
                  <a:lnTo>
                    <a:pt x="1562989" y="0"/>
                  </a:lnTo>
                  <a:lnTo>
                    <a:pt x="1562989" y="1480566"/>
                  </a:lnTo>
                  <a:lnTo>
                    <a:pt x="0" y="148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5449" r="2" b="-5452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5022097" y="-5934"/>
            <a:ext cx="3240500" cy="603847"/>
            <a:chOff x="0" y="0"/>
            <a:chExt cx="4320667" cy="80512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20667" cy="805180"/>
            </a:xfrm>
            <a:custGeom>
              <a:avLst/>
              <a:gdLst/>
              <a:ahLst/>
              <a:cxnLst/>
              <a:rect l="l" t="t" r="r" b="b"/>
              <a:pathLst>
                <a:path w="4320667" h="805180">
                  <a:moveTo>
                    <a:pt x="0" y="0"/>
                  </a:moveTo>
                  <a:lnTo>
                    <a:pt x="4320667" y="0"/>
                  </a:lnTo>
                  <a:lnTo>
                    <a:pt x="4320667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34754" t="-30837" b="-52370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92009" y="75226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99604" y="65737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6"/>
                </a:lnTo>
                <a:lnTo>
                  <a:pt x="0" y="4507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487424" y="257070"/>
            <a:ext cx="2528135" cy="2515352"/>
          </a:xfrm>
          <a:custGeom>
            <a:avLst/>
            <a:gdLst/>
            <a:ahLst/>
            <a:cxnLst/>
            <a:rect l="l" t="t" r="r" b="b"/>
            <a:pathLst>
              <a:path w="2528135" h="2515352">
                <a:moveTo>
                  <a:pt x="0" y="0"/>
                </a:moveTo>
                <a:lnTo>
                  <a:pt x="2528135" y="0"/>
                </a:lnTo>
                <a:lnTo>
                  <a:pt x="2528135" y="2515353"/>
                </a:lnTo>
                <a:lnTo>
                  <a:pt x="0" y="251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054932" y="1126484"/>
            <a:ext cx="408727" cy="408727"/>
          </a:xfrm>
          <a:custGeom>
            <a:avLst/>
            <a:gdLst/>
            <a:ahLst/>
            <a:cxnLst/>
            <a:rect l="l" t="t" r="r" b="b"/>
            <a:pathLst>
              <a:path w="408727" h="408727">
                <a:moveTo>
                  <a:pt x="0" y="0"/>
                </a:moveTo>
                <a:lnTo>
                  <a:pt x="408727" y="0"/>
                </a:lnTo>
                <a:lnTo>
                  <a:pt x="408727" y="408727"/>
                </a:lnTo>
                <a:lnTo>
                  <a:pt x="0" y="4087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18274" y="8376628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12309" y="-2919327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765515" y="2271527"/>
            <a:ext cx="8875405" cy="8875405"/>
            <a:chOff x="0" y="0"/>
            <a:chExt cx="11833873" cy="11833873"/>
          </a:xfrm>
        </p:grpSpPr>
        <p:sp>
          <p:nvSpPr>
            <p:cNvPr id="9" name="Freeform 9"/>
            <p:cNvSpPr/>
            <p:nvPr/>
          </p:nvSpPr>
          <p:spPr>
            <a:xfrm>
              <a:off x="146050" y="146050"/>
              <a:ext cx="9173973" cy="9173973"/>
            </a:xfrm>
            <a:custGeom>
              <a:avLst/>
              <a:gdLst/>
              <a:ahLst/>
              <a:cxnLst/>
              <a:rect l="l" t="t" r="r" b="b"/>
              <a:pathLst>
                <a:path w="9173973" h="9173973">
                  <a:moveTo>
                    <a:pt x="5179695" y="245491"/>
                  </a:moveTo>
                  <a:lnTo>
                    <a:pt x="8928481" y="3994277"/>
                  </a:lnTo>
                  <a:cubicBezTo>
                    <a:pt x="9085707" y="4151503"/>
                    <a:pt x="9173973" y="4364609"/>
                    <a:pt x="9173973" y="4586986"/>
                  </a:cubicBezTo>
                  <a:cubicBezTo>
                    <a:pt x="9173973" y="4809363"/>
                    <a:pt x="9085707" y="5022469"/>
                    <a:pt x="8928481" y="5179695"/>
                  </a:cubicBezTo>
                  <a:lnTo>
                    <a:pt x="5179695" y="8928481"/>
                  </a:lnTo>
                  <a:cubicBezTo>
                    <a:pt x="5022469" y="9085707"/>
                    <a:pt x="4809363" y="9173973"/>
                    <a:pt x="4586986" y="9173973"/>
                  </a:cubicBezTo>
                  <a:cubicBezTo>
                    <a:pt x="4364609" y="9173973"/>
                    <a:pt x="4151503" y="9085707"/>
                    <a:pt x="3994277" y="8928481"/>
                  </a:cubicBezTo>
                  <a:lnTo>
                    <a:pt x="245491" y="5179695"/>
                  </a:lnTo>
                  <a:cubicBezTo>
                    <a:pt x="88265" y="5022469"/>
                    <a:pt x="0" y="4809363"/>
                    <a:pt x="0" y="4586986"/>
                  </a:cubicBezTo>
                  <a:cubicBezTo>
                    <a:pt x="0" y="4364609"/>
                    <a:pt x="88265" y="4151503"/>
                    <a:pt x="245491" y="3994277"/>
                  </a:cubicBezTo>
                  <a:lnTo>
                    <a:pt x="3994277" y="245491"/>
                  </a:lnTo>
                  <a:cubicBezTo>
                    <a:pt x="4151503" y="88265"/>
                    <a:pt x="4364609" y="0"/>
                    <a:pt x="4586986" y="0"/>
                  </a:cubicBezTo>
                  <a:cubicBezTo>
                    <a:pt x="4809363" y="0"/>
                    <a:pt x="5022469" y="88265"/>
                    <a:pt x="5179695" y="245491"/>
                  </a:cubicBezTo>
                  <a:close/>
                </a:path>
              </a:pathLst>
            </a:custGeom>
            <a:blipFill>
              <a:blip r:embed="rId8"/>
              <a:stretch>
                <a:fillRect l="-33840" t="-1592" r="-59650" b="-27401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466072" cy="9466072"/>
            </a:xfrm>
            <a:custGeom>
              <a:avLst/>
              <a:gdLst/>
              <a:ahLst/>
              <a:cxnLst/>
              <a:rect l="l" t="t" r="r" b="b"/>
              <a:pathLst>
                <a:path w="9466072" h="9466072">
                  <a:moveTo>
                    <a:pt x="5428996" y="288290"/>
                  </a:moveTo>
                  <a:lnTo>
                    <a:pt x="9177782" y="4037076"/>
                  </a:lnTo>
                  <a:lnTo>
                    <a:pt x="9074531" y="4140327"/>
                  </a:lnTo>
                  <a:lnTo>
                    <a:pt x="9177782" y="4037076"/>
                  </a:lnTo>
                  <a:cubicBezTo>
                    <a:pt x="9362313" y="4221607"/>
                    <a:pt x="9466072" y="4472051"/>
                    <a:pt x="9466072" y="4733036"/>
                  </a:cubicBezTo>
                  <a:lnTo>
                    <a:pt x="9320022" y="4733036"/>
                  </a:lnTo>
                  <a:lnTo>
                    <a:pt x="9466072" y="4733036"/>
                  </a:lnTo>
                  <a:cubicBezTo>
                    <a:pt x="9466072" y="4994021"/>
                    <a:pt x="9362313" y="5244465"/>
                    <a:pt x="9177782" y="5428996"/>
                  </a:cubicBezTo>
                  <a:lnTo>
                    <a:pt x="5428996" y="9177782"/>
                  </a:lnTo>
                  <a:lnTo>
                    <a:pt x="5325745" y="9074531"/>
                  </a:lnTo>
                  <a:lnTo>
                    <a:pt x="5428996" y="9177782"/>
                  </a:lnTo>
                  <a:cubicBezTo>
                    <a:pt x="5244465" y="9362313"/>
                    <a:pt x="4994021" y="9466072"/>
                    <a:pt x="4733036" y="9466072"/>
                  </a:cubicBezTo>
                  <a:lnTo>
                    <a:pt x="4733036" y="9320022"/>
                  </a:lnTo>
                  <a:lnTo>
                    <a:pt x="4733036" y="9466072"/>
                  </a:lnTo>
                  <a:cubicBezTo>
                    <a:pt x="4472051" y="9466072"/>
                    <a:pt x="4221607" y="9362313"/>
                    <a:pt x="4037076" y="9177782"/>
                  </a:cubicBezTo>
                  <a:lnTo>
                    <a:pt x="4140327" y="9074531"/>
                  </a:lnTo>
                  <a:lnTo>
                    <a:pt x="4037076" y="9177782"/>
                  </a:lnTo>
                  <a:lnTo>
                    <a:pt x="288290" y="5428996"/>
                  </a:lnTo>
                  <a:cubicBezTo>
                    <a:pt x="103759" y="5244465"/>
                    <a:pt x="0" y="4994148"/>
                    <a:pt x="0" y="4733036"/>
                  </a:cubicBezTo>
                  <a:lnTo>
                    <a:pt x="146050" y="4733036"/>
                  </a:lnTo>
                  <a:lnTo>
                    <a:pt x="0" y="4733036"/>
                  </a:lnTo>
                  <a:cubicBezTo>
                    <a:pt x="0" y="4472051"/>
                    <a:pt x="103759" y="4221607"/>
                    <a:pt x="288290" y="4037076"/>
                  </a:cubicBezTo>
                  <a:lnTo>
                    <a:pt x="391541" y="4140327"/>
                  </a:lnTo>
                  <a:lnTo>
                    <a:pt x="288290" y="4037076"/>
                  </a:lnTo>
                  <a:lnTo>
                    <a:pt x="4037076" y="288290"/>
                  </a:lnTo>
                  <a:cubicBezTo>
                    <a:pt x="4221607" y="103759"/>
                    <a:pt x="4472051" y="0"/>
                    <a:pt x="4733036" y="0"/>
                  </a:cubicBezTo>
                  <a:lnTo>
                    <a:pt x="4733036" y="146050"/>
                  </a:lnTo>
                  <a:lnTo>
                    <a:pt x="4733036" y="0"/>
                  </a:lnTo>
                  <a:cubicBezTo>
                    <a:pt x="4994021" y="0"/>
                    <a:pt x="5244465" y="103759"/>
                    <a:pt x="5428996" y="288290"/>
                  </a:cubicBezTo>
                  <a:lnTo>
                    <a:pt x="5325745" y="391541"/>
                  </a:lnTo>
                  <a:lnTo>
                    <a:pt x="5428996" y="288290"/>
                  </a:lnTo>
                  <a:moveTo>
                    <a:pt x="5222494" y="494792"/>
                  </a:moveTo>
                  <a:cubicBezTo>
                    <a:pt x="5092700" y="364998"/>
                    <a:pt x="4916678" y="292100"/>
                    <a:pt x="4733036" y="292100"/>
                  </a:cubicBezTo>
                  <a:cubicBezTo>
                    <a:pt x="4549394" y="292100"/>
                    <a:pt x="4373372" y="364998"/>
                    <a:pt x="4243578" y="494792"/>
                  </a:cubicBezTo>
                  <a:lnTo>
                    <a:pt x="4140327" y="391541"/>
                  </a:lnTo>
                  <a:lnTo>
                    <a:pt x="4243578" y="494792"/>
                  </a:lnTo>
                  <a:lnTo>
                    <a:pt x="494792" y="4243578"/>
                  </a:lnTo>
                  <a:cubicBezTo>
                    <a:pt x="364998" y="4373499"/>
                    <a:pt x="292100" y="4549521"/>
                    <a:pt x="292100" y="4733036"/>
                  </a:cubicBezTo>
                  <a:cubicBezTo>
                    <a:pt x="292100" y="4916551"/>
                    <a:pt x="364998" y="5092700"/>
                    <a:pt x="494792" y="5222494"/>
                  </a:cubicBezTo>
                  <a:lnTo>
                    <a:pt x="391541" y="5325745"/>
                  </a:lnTo>
                  <a:lnTo>
                    <a:pt x="494792" y="5222494"/>
                  </a:lnTo>
                  <a:lnTo>
                    <a:pt x="4243578" y="8971280"/>
                  </a:lnTo>
                  <a:cubicBezTo>
                    <a:pt x="4373372" y="9101074"/>
                    <a:pt x="4549394" y="9173973"/>
                    <a:pt x="4733036" y="9173973"/>
                  </a:cubicBezTo>
                  <a:cubicBezTo>
                    <a:pt x="4916678" y="9173973"/>
                    <a:pt x="5092700" y="9101074"/>
                    <a:pt x="5222494" y="8971280"/>
                  </a:cubicBezTo>
                  <a:lnTo>
                    <a:pt x="8971280" y="5222494"/>
                  </a:lnTo>
                  <a:lnTo>
                    <a:pt x="9074531" y="5325745"/>
                  </a:lnTo>
                  <a:lnTo>
                    <a:pt x="8971280" y="5222494"/>
                  </a:lnTo>
                  <a:cubicBezTo>
                    <a:pt x="9101074" y="5092700"/>
                    <a:pt x="9173973" y="4916678"/>
                    <a:pt x="9173973" y="4733036"/>
                  </a:cubicBezTo>
                  <a:cubicBezTo>
                    <a:pt x="9173973" y="4549394"/>
                    <a:pt x="9101074" y="4373372"/>
                    <a:pt x="8971280" y="4243578"/>
                  </a:cubicBezTo>
                  <a:lnTo>
                    <a:pt x="5222494" y="494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613602" y="4515183"/>
            <a:ext cx="336871" cy="336871"/>
          </a:xfrm>
          <a:custGeom>
            <a:avLst/>
            <a:gdLst/>
            <a:ahLst/>
            <a:cxnLst/>
            <a:rect l="l" t="t" r="r" b="b"/>
            <a:pathLst>
              <a:path w="336871" h="336871">
                <a:moveTo>
                  <a:pt x="0" y="0"/>
                </a:moveTo>
                <a:lnTo>
                  <a:pt x="336870" y="0"/>
                </a:lnTo>
                <a:lnTo>
                  <a:pt x="336870" y="336871"/>
                </a:lnTo>
                <a:lnTo>
                  <a:pt x="0" y="336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498575" y="1388307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2949" y="1295400"/>
            <a:ext cx="10286886" cy="112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9165" b="1" spc="-467">
                <a:solidFill>
                  <a:srgbClr val="459DAC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66556" y="4299947"/>
            <a:ext cx="2533279" cy="59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2790" spc="348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80436" y="6489059"/>
            <a:ext cx="336871" cy="336871"/>
          </a:xfrm>
          <a:custGeom>
            <a:avLst/>
            <a:gdLst/>
            <a:ahLst/>
            <a:cxnLst/>
            <a:rect l="l" t="t" r="r" b="b"/>
            <a:pathLst>
              <a:path w="336871" h="336871">
                <a:moveTo>
                  <a:pt x="0" y="0"/>
                </a:moveTo>
                <a:lnTo>
                  <a:pt x="336870" y="0"/>
                </a:lnTo>
                <a:lnTo>
                  <a:pt x="336870" y="336870"/>
                </a:lnTo>
                <a:lnTo>
                  <a:pt x="0" y="336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77383" y="6317609"/>
            <a:ext cx="3434915" cy="59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2790" spc="348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YAHOO FINANCE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80436" y="7162505"/>
            <a:ext cx="336871" cy="336871"/>
          </a:xfrm>
          <a:custGeom>
            <a:avLst/>
            <a:gdLst/>
            <a:ahLst/>
            <a:cxnLst/>
            <a:rect l="l" t="t" r="r" b="b"/>
            <a:pathLst>
              <a:path w="336871" h="336871">
                <a:moveTo>
                  <a:pt x="0" y="0"/>
                </a:moveTo>
                <a:lnTo>
                  <a:pt x="336870" y="0"/>
                </a:lnTo>
                <a:lnTo>
                  <a:pt x="336870" y="336870"/>
                </a:lnTo>
                <a:lnTo>
                  <a:pt x="0" y="336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133390" y="6991055"/>
            <a:ext cx="2759612" cy="59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2790" spc="348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</a:p>
        </p:txBody>
      </p:sp>
      <p:sp>
        <p:nvSpPr>
          <p:cNvPr id="19" name="Freeform 19"/>
          <p:cNvSpPr/>
          <p:nvPr/>
        </p:nvSpPr>
        <p:spPr>
          <a:xfrm>
            <a:off x="1613602" y="5143500"/>
            <a:ext cx="336871" cy="336871"/>
          </a:xfrm>
          <a:custGeom>
            <a:avLst/>
            <a:gdLst/>
            <a:ahLst/>
            <a:cxnLst/>
            <a:rect l="l" t="t" r="r" b="b"/>
            <a:pathLst>
              <a:path w="336871" h="336871">
                <a:moveTo>
                  <a:pt x="0" y="0"/>
                </a:moveTo>
                <a:lnTo>
                  <a:pt x="336870" y="0"/>
                </a:lnTo>
                <a:lnTo>
                  <a:pt x="336870" y="336871"/>
                </a:lnTo>
                <a:lnTo>
                  <a:pt x="0" y="336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166556" y="4973393"/>
            <a:ext cx="3434915" cy="59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2790" spc="348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STREAMLIT</a:t>
            </a:r>
          </a:p>
        </p:txBody>
      </p:sp>
      <p:sp>
        <p:nvSpPr>
          <p:cNvPr id="21" name="Freeform 21"/>
          <p:cNvSpPr/>
          <p:nvPr/>
        </p:nvSpPr>
        <p:spPr>
          <a:xfrm>
            <a:off x="1613602" y="5816946"/>
            <a:ext cx="336871" cy="336871"/>
          </a:xfrm>
          <a:custGeom>
            <a:avLst/>
            <a:gdLst/>
            <a:ahLst/>
            <a:cxnLst/>
            <a:rect l="l" t="t" r="r" b="b"/>
            <a:pathLst>
              <a:path w="336871" h="336871">
                <a:moveTo>
                  <a:pt x="0" y="0"/>
                </a:moveTo>
                <a:lnTo>
                  <a:pt x="336870" y="0"/>
                </a:lnTo>
                <a:lnTo>
                  <a:pt x="336870" y="336871"/>
                </a:lnTo>
                <a:lnTo>
                  <a:pt x="0" y="336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166556" y="5645496"/>
            <a:ext cx="4447870" cy="595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6"/>
              </a:lnSpc>
            </a:pPr>
            <a:r>
              <a:rPr lang="en-US" sz="2790" spc="348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MATPLOTLIB, PLOTLY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0" y="-5934"/>
            <a:ext cx="1172213" cy="1110463"/>
            <a:chOff x="0" y="0"/>
            <a:chExt cx="1562951" cy="14806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62989" cy="1480566"/>
            </a:xfrm>
            <a:custGeom>
              <a:avLst/>
              <a:gdLst/>
              <a:ahLst/>
              <a:cxnLst/>
              <a:rect l="l" t="t" r="r" b="b"/>
              <a:pathLst>
                <a:path w="1562989" h="1480566">
                  <a:moveTo>
                    <a:pt x="0" y="0"/>
                  </a:moveTo>
                  <a:lnTo>
                    <a:pt x="1562989" y="0"/>
                  </a:lnTo>
                  <a:lnTo>
                    <a:pt x="1562989" y="1480566"/>
                  </a:lnTo>
                  <a:lnTo>
                    <a:pt x="0" y="148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5449" r="2" b="-545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5022097" y="-5934"/>
            <a:ext cx="3240500" cy="603847"/>
            <a:chOff x="0" y="0"/>
            <a:chExt cx="4320667" cy="80512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20667" cy="805180"/>
            </a:xfrm>
            <a:custGeom>
              <a:avLst/>
              <a:gdLst/>
              <a:ahLst/>
              <a:cxnLst/>
              <a:rect l="l" t="t" r="r" b="b"/>
              <a:pathLst>
                <a:path w="4320667" h="805180">
                  <a:moveTo>
                    <a:pt x="0" y="0"/>
                  </a:moveTo>
                  <a:lnTo>
                    <a:pt x="4320667" y="0"/>
                  </a:lnTo>
                  <a:lnTo>
                    <a:pt x="4320667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4754" t="-30837" b="-52370"/>
              </a:stretch>
            </a:blipFill>
          </p:spPr>
        </p: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843285">
            <a:off x="16188959" y="8306796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6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843285">
            <a:off x="17896557" y="7357894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6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843285">
            <a:off x="-917945" y="713738"/>
            <a:ext cx="1676196" cy="1676196"/>
            <a:chOff x="0" y="0"/>
            <a:chExt cx="441467" cy="441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1467" cy="441467"/>
            </a:xfrm>
            <a:custGeom>
              <a:avLst/>
              <a:gdLst/>
              <a:ahLst/>
              <a:cxnLst/>
              <a:rect l="l" t="t" r="r" b="b"/>
              <a:pathLst>
                <a:path w="441467" h="441467">
                  <a:moveTo>
                    <a:pt x="220734" y="0"/>
                  </a:moveTo>
                  <a:lnTo>
                    <a:pt x="220734" y="0"/>
                  </a:lnTo>
                  <a:cubicBezTo>
                    <a:pt x="279276" y="0"/>
                    <a:pt x="335420" y="23256"/>
                    <a:pt x="376816" y="64651"/>
                  </a:cubicBezTo>
                  <a:cubicBezTo>
                    <a:pt x="418212" y="106047"/>
                    <a:pt x="441467" y="162191"/>
                    <a:pt x="441467" y="220734"/>
                  </a:cubicBezTo>
                  <a:lnTo>
                    <a:pt x="441467" y="220734"/>
                  </a:lnTo>
                  <a:cubicBezTo>
                    <a:pt x="441467" y="342642"/>
                    <a:pt x="342642" y="441467"/>
                    <a:pt x="220734" y="441467"/>
                  </a:cubicBezTo>
                  <a:lnTo>
                    <a:pt x="220734" y="441467"/>
                  </a:lnTo>
                  <a:cubicBezTo>
                    <a:pt x="98826" y="441467"/>
                    <a:pt x="0" y="342642"/>
                    <a:pt x="0" y="220734"/>
                  </a:cubicBezTo>
                  <a:lnTo>
                    <a:pt x="0" y="220734"/>
                  </a:lnTo>
                  <a:cubicBezTo>
                    <a:pt x="0" y="98826"/>
                    <a:pt x="98826" y="0"/>
                    <a:pt x="22073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441467" cy="498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6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054934" y="1126483"/>
            <a:ext cx="408731" cy="40873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842893" y="386978"/>
            <a:ext cx="8815380" cy="9900022"/>
          </a:xfrm>
          <a:custGeom>
            <a:avLst/>
            <a:gdLst/>
            <a:ahLst/>
            <a:cxnLst/>
            <a:rect l="l" t="t" r="r" b="b"/>
            <a:pathLst>
              <a:path w="8815380" h="9900022">
                <a:moveTo>
                  <a:pt x="0" y="0"/>
                </a:moveTo>
                <a:lnTo>
                  <a:pt x="8815380" y="0"/>
                </a:lnTo>
                <a:lnTo>
                  <a:pt x="8815380" y="9900022"/>
                </a:lnTo>
                <a:lnTo>
                  <a:pt x="0" y="990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5047500" y="85054"/>
            <a:ext cx="3240500" cy="603847"/>
            <a:chOff x="0" y="0"/>
            <a:chExt cx="4320667" cy="8051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20667" cy="805180"/>
            </a:xfrm>
            <a:custGeom>
              <a:avLst/>
              <a:gdLst/>
              <a:ahLst/>
              <a:cxnLst/>
              <a:rect l="l" t="t" r="r" b="b"/>
              <a:pathLst>
                <a:path w="4320667" h="805180">
                  <a:moveTo>
                    <a:pt x="0" y="0"/>
                  </a:moveTo>
                  <a:lnTo>
                    <a:pt x="4320667" y="0"/>
                  </a:lnTo>
                  <a:lnTo>
                    <a:pt x="4320667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4754" t="-30837" b="-5237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 rot="-2843285">
            <a:off x="14115223" y="9160793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6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2843285">
            <a:off x="-1215358" y="-2135160"/>
            <a:ext cx="3086100" cy="308610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459DAC">
                    <a:alpha val="100000"/>
                  </a:srgbClr>
                </a:gs>
                <a:gs pos="100000">
                  <a:srgbClr val="64B4B8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67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 flipV="1">
            <a:off x="1040767" y="2431496"/>
            <a:ext cx="3717920" cy="14288"/>
          </a:xfrm>
          <a:prstGeom prst="line">
            <a:avLst/>
          </a:prstGeom>
          <a:ln w="28575" cap="flat">
            <a:solidFill>
              <a:srgbClr val="459DA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4"/>
          <p:cNvSpPr txBox="1"/>
          <p:nvPr/>
        </p:nvSpPr>
        <p:spPr>
          <a:xfrm>
            <a:off x="1028700" y="1162050"/>
            <a:ext cx="5486781" cy="125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9165" b="1" spc="-467" dirty="0">
                <a:solidFill>
                  <a:srgbClr val="459DA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Flowchart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0" y="42682"/>
            <a:ext cx="1172213" cy="1110463"/>
            <a:chOff x="0" y="0"/>
            <a:chExt cx="1562951" cy="148061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62989" cy="1480566"/>
            </a:xfrm>
            <a:custGeom>
              <a:avLst/>
              <a:gdLst/>
              <a:ahLst/>
              <a:cxnLst/>
              <a:rect l="l" t="t" r="r" b="b"/>
              <a:pathLst>
                <a:path w="1562989" h="1480566">
                  <a:moveTo>
                    <a:pt x="0" y="0"/>
                  </a:moveTo>
                  <a:lnTo>
                    <a:pt x="1562989" y="0"/>
                  </a:lnTo>
                  <a:lnTo>
                    <a:pt x="1562989" y="1480566"/>
                  </a:lnTo>
                  <a:lnTo>
                    <a:pt x="0" y="148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449" r="2" b="-5452"/>
              </a:stretch>
            </a:blipFill>
          </p:spPr>
        </p:sp>
      </p:grpSp>
    </p:spTree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92009" y="75226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99604" y="65737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6"/>
                </a:lnTo>
                <a:lnTo>
                  <a:pt x="0" y="4507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487424" y="257070"/>
            <a:ext cx="2528135" cy="2515352"/>
          </a:xfrm>
          <a:custGeom>
            <a:avLst/>
            <a:gdLst/>
            <a:ahLst/>
            <a:cxnLst/>
            <a:rect l="l" t="t" r="r" b="b"/>
            <a:pathLst>
              <a:path w="2528135" h="2515352">
                <a:moveTo>
                  <a:pt x="0" y="0"/>
                </a:moveTo>
                <a:lnTo>
                  <a:pt x="2528135" y="0"/>
                </a:lnTo>
                <a:lnTo>
                  <a:pt x="2528135" y="2515353"/>
                </a:lnTo>
                <a:lnTo>
                  <a:pt x="0" y="251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054932" y="1126484"/>
            <a:ext cx="408727" cy="408727"/>
          </a:xfrm>
          <a:custGeom>
            <a:avLst/>
            <a:gdLst/>
            <a:ahLst/>
            <a:cxnLst/>
            <a:rect l="l" t="t" r="r" b="b"/>
            <a:pathLst>
              <a:path w="408727" h="408727">
                <a:moveTo>
                  <a:pt x="0" y="0"/>
                </a:moveTo>
                <a:lnTo>
                  <a:pt x="408727" y="0"/>
                </a:lnTo>
                <a:lnTo>
                  <a:pt x="408727" y="408727"/>
                </a:lnTo>
                <a:lnTo>
                  <a:pt x="0" y="4087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18274" y="8376628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012309" y="-2919327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504207" y="1711490"/>
            <a:ext cx="8875405" cy="8875405"/>
            <a:chOff x="0" y="0"/>
            <a:chExt cx="11833873" cy="11833873"/>
          </a:xfrm>
        </p:grpSpPr>
        <p:sp>
          <p:nvSpPr>
            <p:cNvPr id="9" name="Freeform 9"/>
            <p:cNvSpPr/>
            <p:nvPr/>
          </p:nvSpPr>
          <p:spPr>
            <a:xfrm>
              <a:off x="146050" y="146050"/>
              <a:ext cx="9173973" cy="9173973"/>
            </a:xfrm>
            <a:custGeom>
              <a:avLst/>
              <a:gdLst/>
              <a:ahLst/>
              <a:cxnLst/>
              <a:rect l="l" t="t" r="r" b="b"/>
              <a:pathLst>
                <a:path w="9173973" h="9173973">
                  <a:moveTo>
                    <a:pt x="5179695" y="245491"/>
                  </a:moveTo>
                  <a:lnTo>
                    <a:pt x="8928481" y="3994277"/>
                  </a:lnTo>
                  <a:cubicBezTo>
                    <a:pt x="9085707" y="4151503"/>
                    <a:pt x="9173973" y="4364609"/>
                    <a:pt x="9173973" y="4586986"/>
                  </a:cubicBezTo>
                  <a:cubicBezTo>
                    <a:pt x="9173973" y="4809363"/>
                    <a:pt x="9085707" y="5022469"/>
                    <a:pt x="8928481" y="5179695"/>
                  </a:cubicBezTo>
                  <a:lnTo>
                    <a:pt x="5179695" y="8928481"/>
                  </a:lnTo>
                  <a:cubicBezTo>
                    <a:pt x="5022469" y="9085707"/>
                    <a:pt x="4809363" y="9173973"/>
                    <a:pt x="4586986" y="9173973"/>
                  </a:cubicBezTo>
                  <a:cubicBezTo>
                    <a:pt x="4364609" y="9173973"/>
                    <a:pt x="4151503" y="9085707"/>
                    <a:pt x="3994277" y="8928481"/>
                  </a:cubicBezTo>
                  <a:lnTo>
                    <a:pt x="245491" y="5179695"/>
                  </a:lnTo>
                  <a:cubicBezTo>
                    <a:pt x="88265" y="5022469"/>
                    <a:pt x="0" y="4809363"/>
                    <a:pt x="0" y="4586986"/>
                  </a:cubicBezTo>
                  <a:cubicBezTo>
                    <a:pt x="0" y="4364609"/>
                    <a:pt x="88265" y="4151503"/>
                    <a:pt x="245491" y="3994277"/>
                  </a:cubicBezTo>
                  <a:lnTo>
                    <a:pt x="3994277" y="245491"/>
                  </a:lnTo>
                  <a:cubicBezTo>
                    <a:pt x="4151503" y="88265"/>
                    <a:pt x="4364609" y="0"/>
                    <a:pt x="4586986" y="0"/>
                  </a:cubicBezTo>
                  <a:cubicBezTo>
                    <a:pt x="4809363" y="0"/>
                    <a:pt x="5022469" y="88265"/>
                    <a:pt x="5179695" y="245491"/>
                  </a:cubicBezTo>
                  <a:close/>
                </a:path>
              </a:pathLst>
            </a:custGeom>
            <a:blipFill>
              <a:blip r:embed="rId8"/>
              <a:stretch>
                <a:fillRect l="-33840" t="-1592" r="-59650" b="-27401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9466072" cy="9466072"/>
            </a:xfrm>
            <a:custGeom>
              <a:avLst/>
              <a:gdLst/>
              <a:ahLst/>
              <a:cxnLst/>
              <a:rect l="l" t="t" r="r" b="b"/>
              <a:pathLst>
                <a:path w="9466072" h="9466072">
                  <a:moveTo>
                    <a:pt x="5428996" y="288290"/>
                  </a:moveTo>
                  <a:lnTo>
                    <a:pt x="9177782" y="4037076"/>
                  </a:lnTo>
                  <a:lnTo>
                    <a:pt x="9074531" y="4140327"/>
                  </a:lnTo>
                  <a:lnTo>
                    <a:pt x="9177782" y="4037076"/>
                  </a:lnTo>
                  <a:cubicBezTo>
                    <a:pt x="9362313" y="4221607"/>
                    <a:pt x="9466072" y="4472051"/>
                    <a:pt x="9466072" y="4733036"/>
                  </a:cubicBezTo>
                  <a:lnTo>
                    <a:pt x="9320022" y="4733036"/>
                  </a:lnTo>
                  <a:lnTo>
                    <a:pt x="9466072" y="4733036"/>
                  </a:lnTo>
                  <a:cubicBezTo>
                    <a:pt x="9466072" y="4994021"/>
                    <a:pt x="9362313" y="5244465"/>
                    <a:pt x="9177782" y="5428996"/>
                  </a:cubicBezTo>
                  <a:lnTo>
                    <a:pt x="9074531" y="5325745"/>
                  </a:lnTo>
                  <a:lnTo>
                    <a:pt x="9177782" y="5428996"/>
                  </a:lnTo>
                  <a:lnTo>
                    <a:pt x="5428996" y="9177782"/>
                  </a:lnTo>
                  <a:lnTo>
                    <a:pt x="5325745" y="9074531"/>
                  </a:lnTo>
                  <a:lnTo>
                    <a:pt x="5428996" y="9177782"/>
                  </a:lnTo>
                  <a:cubicBezTo>
                    <a:pt x="5244465" y="9362313"/>
                    <a:pt x="4994021" y="9466072"/>
                    <a:pt x="4733036" y="9466072"/>
                  </a:cubicBezTo>
                  <a:lnTo>
                    <a:pt x="4733036" y="9320022"/>
                  </a:lnTo>
                  <a:lnTo>
                    <a:pt x="4733036" y="9466072"/>
                  </a:lnTo>
                  <a:cubicBezTo>
                    <a:pt x="4472051" y="9466072"/>
                    <a:pt x="4221607" y="9362313"/>
                    <a:pt x="4037076" y="9177782"/>
                  </a:cubicBezTo>
                  <a:lnTo>
                    <a:pt x="4140327" y="9074531"/>
                  </a:lnTo>
                  <a:lnTo>
                    <a:pt x="4037076" y="9177782"/>
                  </a:lnTo>
                  <a:lnTo>
                    <a:pt x="288290" y="5428996"/>
                  </a:lnTo>
                  <a:lnTo>
                    <a:pt x="391541" y="5325745"/>
                  </a:lnTo>
                  <a:lnTo>
                    <a:pt x="288290" y="5428996"/>
                  </a:lnTo>
                  <a:cubicBezTo>
                    <a:pt x="103759" y="5244465"/>
                    <a:pt x="0" y="4994148"/>
                    <a:pt x="0" y="4733036"/>
                  </a:cubicBezTo>
                  <a:lnTo>
                    <a:pt x="146050" y="4733036"/>
                  </a:lnTo>
                  <a:lnTo>
                    <a:pt x="0" y="4733036"/>
                  </a:lnTo>
                  <a:cubicBezTo>
                    <a:pt x="0" y="4472051"/>
                    <a:pt x="103759" y="4221607"/>
                    <a:pt x="288290" y="4037076"/>
                  </a:cubicBezTo>
                  <a:lnTo>
                    <a:pt x="4037076" y="288290"/>
                  </a:lnTo>
                  <a:cubicBezTo>
                    <a:pt x="4221607" y="103759"/>
                    <a:pt x="4472051" y="0"/>
                    <a:pt x="4733036" y="0"/>
                  </a:cubicBezTo>
                  <a:lnTo>
                    <a:pt x="4733036" y="146050"/>
                  </a:lnTo>
                  <a:lnTo>
                    <a:pt x="4733036" y="0"/>
                  </a:lnTo>
                  <a:cubicBezTo>
                    <a:pt x="4994021" y="0"/>
                    <a:pt x="5244465" y="103759"/>
                    <a:pt x="5428996" y="288290"/>
                  </a:cubicBezTo>
                  <a:lnTo>
                    <a:pt x="5325745" y="391541"/>
                  </a:lnTo>
                  <a:lnTo>
                    <a:pt x="5428996" y="288290"/>
                  </a:lnTo>
                  <a:moveTo>
                    <a:pt x="5222494" y="494792"/>
                  </a:moveTo>
                  <a:cubicBezTo>
                    <a:pt x="5092700" y="364998"/>
                    <a:pt x="4916678" y="292100"/>
                    <a:pt x="4733036" y="292100"/>
                  </a:cubicBezTo>
                  <a:cubicBezTo>
                    <a:pt x="4549394" y="292100"/>
                    <a:pt x="4373372" y="364998"/>
                    <a:pt x="4243578" y="494792"/>
                  </a:cubicBezTo>
                  <a:lnTo>
                    <a:pt x="4140327" y="391541"/>
                  </a:lnTo>
                  <a:lnTo>
                    <a:pt x="4243578" y="494792"/>
                  </a:lnTo>
                  <a:lnTo>
                    <a:pt x="494792" y="4243578"/>
                  </a:lnTo>
                  <a:lnTo>
                    <a:pt x="391541" y="4140327"/>
                  </a:lnTo>
                  <a:lnTo>
                    <a:pt x="494792" y="4243578"/>
                  </a:lnTo>
                  <a:cubicBezTo>
                    <a:pt x="364998" y="4373499"/>
                    <a:pt x="292100" y="4549521"/>
                    <a:pt x="292100" y="4733036"/>
                  </a:cubicBezTo>
                  <a:cubicBezTo>
                    <a:pt x="292100" y="4916551"/>
                    <a:pt x="364998" y="5092700"/>
                    <a:pt x="494792" y="5222494"/>
                  </a:cubicBezTo>
                  <a:lnTo>
                    <a:pt x="4243578" y="8971280"/>
                  </a:lnTo>
                  <a:cubicBezTo>
                    <a:pt x="4373372" y="9101074"/>
                    <a:pt x="4549394" y="9173973"/>
                    <a:pt x="4733036" y="9173973"/>
                  </a:cubicBezTo>
                  <a:cubicBezTo>
                    <a:pt x="4916678" y="9173973"/>
                    <a:pt x="5092700" y="9101074"/>
                    <a:pt x="5222494" y="8971280"/>
                  </a:cubicBezTo>
                  <a:lnTo>
                    <a:pt x="8971280" y="5222494"/>
                  </a:lnTo>
                  <a:cubicBezTo>
                    <a:pt x="9101074" y="5092700"/>
                    <a:pt x="9173973" y="4916678"/>
                    <a:pt x="9173973" y="4733036"/>
                  </a:cubicBezTo>
                  <a:cubicBezTo>
                    <a:pt x="9173973" y="4549394"/>
                    <a:pt x="9101074" y="4373372"/>
                    <a:pt x="8971280" y="4243578"/>
                  </a:cubicBezTo>
                  <a:lnTo>
                    <a:pt x="5222494" y="494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856108" y="1597552"/>
            <a:ext cx="7968348" cy="112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9165" b="1" spc="-467">
                <a:solidFill>
                  <a:srgbClr val="459DAC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66227" y="3731047"/>
            <a:ext cx="379752" cy="477660"/>
          </a:xfrm>
          <a:custGeom>
            <a:avLst/>
            <a:gdLst/>
            <a:ahLst/>
            <a:cxnLst/>
            <a:rect l="l" t="t" r="r" b="b"/>
            <a:pathLst>
              <a:path w="379752" h="477660">
                <a:moveTo>
                  <a:pt x="0" y="0"/>
                </a:moveTo>
                <a:lnTo>
                  <a:pt x="379753" y="0"/>
                </a:lnTo>
                <a:lnTo>
                  <a:pt x="379753" y="477660"/>
                </a:lnTo>
                <a:lnTo>
                  <a:pt x="0" y="4776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945613" y="75226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5258602" y="741998"/>
            <a:ext cx="6058805" cy="6058805"/>
            <a:chOff x="0" y="0"/>
            <a:chExt cx="8078406" cy="8078406"/>
          </a:xfrm>
        </p:grpSpPr>
        <p:sp>
          <p:nvSpPr>
            <p:cNvPr id="15" name="Freeform 15"/>
            <p:cNvSpPr/>
            <p:nvPr/>
          </p:nvSpPr>
          <p:spPr>
            <a:xfrm>
              <a:off x="146050" y="146050"/>
              <a:ext cx="6215888" cy="6215888"/>
            </a:xfrm>
            <a:custGeom>
              <a:avLst/>
              <a:gdLst/>
              <a:ahLst/>
              <a:cxnLst/>
              <a:rect l="l" t="t" r="r" b="b"/>
              <a:pathLst>
                <a:path w="6215888" h="6215888">
                  <a:moveTo>
                    <a:pt x="3700653" y="245491"/>
                  </a:moveTo>
                  <a:lnTo>
                    <a:pt x="5970397" y="2515235"/>
                  </a:lnTo>
                  <a:cubicBezTo>
                    <a:pt x="6127623" y="2672461"/>
                    <a:pt x="6215888" y="2885567"/>
                    <a:pt x="6215888" y="3107944"/>
                  </a:cubicBezTo>
                  <a:cubicBezTo>
                    <a:pt x="6215888" y="3330321"/>
                    <a:pt x="6127623" y="3543427"/>
                    <a:pt x="5970397" y="3700653"/>
                  </a:cubicBezTo>
                  <a:lnTo>
                    <a:pt x="3700653" y="5970397"/>
                  </a:lnTo>
                  <a:cubicBezTo>
                    <a:pt x="3543427" y="6127623"/>
                    <a:pt x="3330321" y="6215888"/>
                    <a:pt x="3107944" y="6215888"/>
                  </a:cubicBezTo>
                  <a:cubicBezTo>
                    <a:pt x="2885567" y="6215888"/>
                    <a:pt x="2672461" y="6127623"/>
                    <a:pt x="2515235" y="5970397"/>
                  </a:cubicBezTo>
                  <a:lnTo>
                    <a:pt x="245491" y="3700653"/>
                  </a:lnTo>
                  <a:cubicBezTo>
                    <a:pt x="88265" y="3543427"/>
                    <a:pt x="0" y="3330194"/>
                    <a:pt x="0" y="3107944"/>
                  </a:cubicBezTo>
                  <a:cubicBezTo>
                    <a:pt x="0" y="2885694"/>
                    <a:pt x="88265" y="2672461"/>
                    <a:pt x="245491" y="2515235"/>
                  </a:cubicBezTo>
                  <a:lnTo>
                    <a:pt x="2515235" y="245491"/>
                  </a:lnTo>
                  <a:cubicBezTo>
                    <a:pt x="2672461" y="88265"/>
                    <a:pt x="2885567" y="0"/>
                    <a:pt x="3107944" y="0"/>
                  </a:cubicBezTo>
                  <a:cubicBezTo>
                    <a:pt x="3330321" y="0"/>
                    <a:pt x="3543427" y="88265"/>
                    <a:pt x="3700653" y="245491"/>
                  </a:cubicBezTo>
                  <a:close/>
                </a:path>
              </a:pathLst>
            </a:custGeom>
            <a:blipFill>
              <a:blip r:embed="rId11"/>
              <a:stretch>
                <a:fillRect l="-34840" t="-2349" r="-60105" b="-27614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6507988" cy="6507988"/>
            </a:xfrm>
            <a:custGeom>
              <a:avLst/>
              <a:gdLst/>
              <a:ahLst/>
              <a:cxnLst/>
              <a:rect l="l" t="t" r="r" b="b"/>
              <a:pathLst>
                <a:path w="6507988" h="6507988">
                  <a:moveTo>
                    <a:pt x="3949954" y="288290"/>
                  </a:moveTo>
                  <a:lnTo>
                    <a:pt x="6219698" y="2558034"/>
                  </a:lnTo>
                  <a:cubicBezTo>
                    <a:pt x="6404229" y="2742565"/>
                    <a:pt x="6507988" y="2993009"/>
                    <a:pt x="6507988" y="3253994"/>
                  </a:cubicBezTo>
                  <a:lnTo>
                    <a:pt x="6361938" y="3253994"/>
                  </a:lnTo>
                  <a:lnTo>
                    <a:pt x="6507988" y="3253994"/>
                  </a:lnTo>
                  <a:cubicBezTo>
                    <a:pt x="6507988" y="3514979"/>
                    <a:pt x="6404356" y="3765423"/>
                    <a:pt x="6219698" y="3949954"/>
                  </a:cubicBezTo>
                  <a:lnTo>
                    <a:pt x="3949954" y="6219698"/>
                  </a:lnTo>
                  <a:lnTo>
                    <a:pt x="3846703" y="6116447"/>
                  </a:lnTo>
                  <a:lnTo>
                    <a:pt x="3949954" y="6219698"/>
                  </a:lnTo>
                  <a:cubicBezTo>
                    <a:pt x="3765423" y="6404229"/>
                    <a:pt x="3514979" y="6507988"/>
                    <a:pt x="3253994" y="6507988"/>
                  </a:cubicBezTo>
                  <a:lnTo>
                    <a:pt x="3253994" y="6361938"/>
                  </a:lnTo>
                  <a:lnTo>
                    <a:pt x="3253994" y="6507988"/>
                  </a:lnTo>
                  <a:cubicBezTo>
                    <a:pt x="2993009" y="6507988"/>
                    <a:pt x="2742565" y="6404356"/>
                    <a:pt x="2558034" y="6219698"/>
                  </a:cubicBezTo>
                  <a:lnTo>
                    <a:pt x="2661285" y="6116447"/>
                  </a:lnTo>
                  <a:lnTo>
                    <a:pt x="2558034" y="6219698"/>
                  </a:lnTo>
                  <a:lnTo>
                    <a:pt x="288290" y="3949954"/>
                  </a:lnTo>
                  <a:cubicBezTo>
                    <a:pt x="103632" y="3765423"/>
                    <a:pt x="0" y="3514979"/>
                    <a:pt x="0" y="3253994"/>
                  </a:cubicBezTo>
                  <a:lnTo>
                    <a:pt x="146050" y="3253994"/>
                  </a:lnTo>
                  <a:lnTo>
                    <a:pt x="0" y="3253994"/>
                  </a:lnTo>
                  <a:cubicBezTo>
                    <a:pt x="0" y="2993009"/>
                    <a:pt x="103632" y="2742565"/>
                    <a:pt x="288290" y="2558034"/>
                  </a:cubicBezTo>
                  <a:lnTo>
                    <a:pt x="2558034" y="288290"/>
                  </a:lnTo>
                  <a:cubicBezTo>
                    <a:pt x="2742565" y="103632"/>
                    <a:pt x="2992882" y="0"/>
                    <a:pt x="3253994" y="0"/>
                  </a:cubicBezTo>
                  <a:lnTo>
                    <a:pt x="3253994" y="146050"/>
                  </a:lnTo>
                  <a:lnTo>
                    <a:pt x="3253994" y="0"/>
                  </a:lnTo>
                  <a:cubicBezTo>
                    <a:pt x="3514979" y="0"/>
                    <a:pt x="3765423" y="103632"/>
                    <a:pt x="3949954" y="288290"/>
                  </a:cubicBezTo>
                  <a:moveTo>
                    <a:pt x="3743452" y="494792"/>
                  </a:moveTo>
                  <a:lnTo>
                    <a:pt x="3846703" y="391541"/>
                  </a:lnTo>
                  <a:lnTo>
                    <a:pt x="3743452" y="494792"/>
                  </a:lnTo>
                  <a:cubicBezTo>
                    <a:pt x="3613658" y="364998"/>
                    <a:pt x="3437509" y="292100"/>
                    <a:pt x="3253994" y="292100"/>
                  </a:cubicBezTo>
                  <a:cubicBezTo>
                    <a:pt x="3070479" y="292100"/>
                    <a:pt x="2894330" y="364998"/>
                    <a:pt x="2764536" y="494792"/>
                  </a:cubicBezTo>
                  <a:lnTo>
                    <a:pt x="2661285" y="391541"/>
                  </a:lnTo>
                  <a:lnTo>
                    <a:pt x="2764536" y="494792"/>
                  </a:lnTo>
                  <a:lnTo>
                    <a:pt x="494792" y="2764536"/>
                  </a:lnTo>
                  <a:lnTo>
                    <a:pt x="391541" y="2661285"/>
                  </a:lnTo>
                  <a:lnTo>
                    <a:pt x="494792" y="2764536"/>
                  </a:lnTo>
                  <a:cubicBezTo>
                    <a:pt x="364998" y="2894330"/>
                    <a:pt x="292100" y="3070352"/>
                    <a:pt x="292100" y="3253994"/>
                  </a:cubicBezTo>
                  <a:cubicBezTo>
                    <a:pt x="292100" y="3437636"/>
                    <a:pt x="364998" y="3613658"/>
                    <a:pt x="494792" y="3743452"/>
                  </a:cubicBezTo>
                  <a:lnTo>
                    <a:pt x="391541" y="3846703"/>
                  </a:lnTo>
                  <a:lnTo>
                    <a:pt x="494792" y="3743452"/>
                  </a:lnTo>
                  <a:lnTo>
                    <a:pt x="2764536" y="6013196"/>
                  </a:lnTo>
                  <a:cubicBezTo>
                    <a:pt x="2894330" y="6142990"/>
                    <a:pt x="3070352" y="6215888"/>
                    <a:pt x="3253994" y="6215888"/>
                  </a:cubicBezTo>
                  <a:cubicBezTo>
                    <a:pt x="3437636" y="6215888"/>
                    <a:pt x="3613658" y="6142990"/>
                    <a:pt x="3743452" y="6013196"/>
                  </a:cubicBezTo>
                  <a:lnTo>
                    <a:pt x="6013196" y="3743452"/>
                  </a:lnTo>
                  <a:lnTo>
                    <a:pt x="6116447" y="3846703"/>
                  </a:lnTo>
                  <a:lnTo>
                    <a:pt x="6013196" y="3743452"/>
                  </a:lnTo>
                  <a:cubicBezTo>
                    <a:pt x="6142990" y="3613658"/>
                    <a:pt x="6215888" y="3437636"/>
                    <a:pt x="6215888" y="3253994"/>
                  </a:cubicBezTo>
                  <a:cubicBezTo>
                    <a:pt x="6215888" y="3070352"/>
                    <a:pt x="6142990" y="2894330"/>
                    <a:pt x="6013196" y="2764536"/>
                  </a:cubicBezTo>
                  <a:lnTo>
                    <a:pt x="6116447" y="2661285"/>
                  </a:lnTo>
                  <a:lnTo>
                    <a:pt x="6013196" y="2764536"/>
                  </a:lnTo>
                  <a:lnTo>
                    <a:pt x="3743452" y="494792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040711" y="3554406"/>
            <a:ext cx="8783745" cy="1589094"/>
          </a:xfrm>
          <a:custGeom>
            <a:avLst/>
            <a:gdLst/>
            <a:ahLst/>
            <a:cxnLst/>
            <a:rect l="l" t="t" r="r" b="b"/>
            <a:pathLst>
              <a:path w="8783745" h="1589094">
                <a:moveTo>
                  <a:pt x="0" y="0"/>
                </a:moveTo>
                <a:lnTo>
                  <a:pt x="8783745" y="0"/>
                </a:lnTo>
                <a:lnTo>
                  <a:pt x="8783745" y="1589094"/>
                </a:lnTo>
                <a:lnTo>
                  <a:pt x="0" y="15890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439304" y="4037247"/>
            <a:ext cx="8385153" cy="1244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8"/>
              </a:lnSpc>
            </a:pPr>
            <a:r>
              <a:rPr lang="en-US" sz="3270" spc="40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AI-POWERED RECOMMENDATIONS</a:t>
            </a:r>
          </a:p>
          <a:p>
            <a:pPr algn="l">
              <a:lnSpc>
                <a:spcPts val="4578"/>
              </a:lnSpc>
            </a:pPr>
            <a:endParaRPr lang="en-US" sz="3270" spc="407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028700" y="5095370"/>
            <a:ext cx="8795756" cy="2231641"/>
          </a:xfrm>
          <a:custGeom>
            <a:avLst/>
            <a:gdLst/>
            <a:ahLst/>
            <a:cxnLst/>
            <a:rect l="l" t="t" r="r" b="b"/>
            <a:pathLst>
              <a:path w="8795756" h="2231641">
                <a:moveTo>
                  <a:pt x="0" y="0"/>
                </a:moveTo>
                <a:lnTo>
                  <a:pt x="8795756" y="0"/>
                </a:lnTo>
                <a:lnTo>
                  <a:pt x="8795756" y="2231641"/>
                </a:lnTo>
                <a:lnTo>
                  <a:pt x="0" y="22316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49864" y="5524005"/>
            <a:ext cx="8165440" cy="180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2"/>
              </a:lnSpc>
            </a:pPr>
            <a:r>
              <a:rPr lang="en-US" sz="3265" spc="408">
                <a:solidFill>
                  <a:srgbClr val="459DAC"/>
                </a:solidFill>
                <a:latin typeface="Poppins"/>
                <a:ea typeface="Poppins"/>
                <a:cs typeface="Poppins"/>
                <a:sym typeface="Poppins"/>
              </a:rPr>
              <a:t>LIVE TRADING INTEGRATION WITH REAL BROKERS</a:t>
            </a:r>
          </a:p>
          <a:p>
            <a:pPr algn="l">
              <a:lnSpc>
                <a:spcPts val="4572"/>
              </a:lnSpc>
            </a:pPr>
            <a:endParaRPr lang="en-US" sz="3265" spc="408">
              <a:solidFill>
                <a:srgbClr val="459DA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040711" y="7519587"/>
            <a:ext cx="8783745" cy="1589094"/>
          </a:xfrm>
          <a:custGeom>
            <a:avLst/>
            <a:gdLst/>
            <a:ahLst/>
            <a:cxnLst/>
            <a:rect l="l" t="t" r="r" b="b"/>
            <a:pathLst>
              <a:path w="8783745" h="1589094">
                <a:moveTo>
                  <a:pt x="0" y="0"/>
                </a:moveTo>
                <a:lnTo>
                  <a:pt x="8783745" y="0"/>
                </a:lnTo>
                <a:lnTo>
                  <a:pt x="8783745" y="1589094"/>
                </a:lnTo>
                <a:lnTo>
                  <a:pt x="0" y="15890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34799" y="8014068"/>
            <a:ext cx="8689657" cy="110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7"/>
              </a:lnSpc>
            </a:pPr>
            <a:r>
              <a:rPr lang="en-US" sz="2849" spc="3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COMMUNITY FEATURES (LEADERBOARDS)</a:t>
            </a:r>
          </a:p>
          <a:p>
            <a:pPr algn="l">
              <a:lnSpc>
                <a:spcPts val="3987"/>
              </a:lnSpc>
            </a:pPr>
            <a:endParaRPr lang="en-US" sz="2849" spc="35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-37414" y="16021"/>
            <a:ext cx="1172213" cy="1110463"/>
            <a:chOff x="0" y="0"/>
            <a:chExt cx="1562951" cy="148061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62989" cy="1480566"/>
            </a:xfrm>
            <a:custGeom>
              <a:avLst/>
              <a:gdLst/>
              <a:ahLst/>
              <a:cxnLst/>
              <a:rect l="l" t="t" r="r" b="b"/>
              <a:pathLst>
                <a:path w="1562989" h="1480566">
                  <a:moveTo>
                    <a:pt x="0" y="0"/>
                  </a:moveTo>
                  <a:lnTo>
                    <a:pt x="1562989" y="0"/>
                  </a:lnTo>
                  <a:lnTo>
                    <a:pt x="1562989" y="1480566"/>
                  </a:lnTo>
                  <a:lnTo>
                    <a:pt x="0" y="148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5449" r="2" b="-545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5022097" y="-5934"/>
            <a:ext cx="3240500" cy="603847"/>
            <a:chOff x="0" y="0"/>
            <a:chExt cx="4320667" cy="80512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320667" cy="805180"/>
            </a:xfrm>
            <a:custGeom>
              <a:avLst/>
              <a:gdLst/>
              <a:ahLst/>
              <a:cxnLst/>
              <a:rect l="l" t="t" r="r" b="b"/>
              <a:pathLst>
                <a:path w="4320667" h="805180">
                  <a:moveTo>
                    <a:pt x="0" y="0"/>
                  </a:moveTo>
                  <a:lnTo>
                    <a:pt x="4320667" y="0"/>
                  </a:lnTo>
                  <a:lnTo>
                    <a:pt x="4320667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-34754" t="-30837" b="-52370"/>
              </a:stretch>
            </a:blipFill>
          </p:spPr>
        </p:sp>
      </p:grpSp>
    </p:spTree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9DADC">
                <a:alpha val="100000"/>
              </a:srgbClr>
            </a:gs>
            <a:gs pos="100000">
              <a:srgbClr val="F6F6F6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92009" y="75226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99604" y="6573726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6"/>
                </a:lnTo>
                <a:lnTo>
                  <a:pt x="0" y="4507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487424" y="257070"/>
            <a:ext cx="2528135" cy="2515352"/>
          </a:xfrm>
          <a:custGeom>
            <a:avLst/>
            <a:gdLst/>
            <a:ahLst/>
            <a:cxnLst/>
            <a:rect l="l" t="t" r="r" b="b"/>
            <a:pathLst>
              <a:path w="2528135" h="2515352">
                <a:moveTo>
                  <a:pt x="0" y="0"/>
                </a:moveTo>
                <a:lnTo>
                  <a:pt x="2528135" y="0"/>
                </a:lnTo>
                <a:lnTo>
                  <a:pt x="2528135" y="2515353"/>
                </a:lnTo>
                <a:lnTo>
                  <a:pt x="0" y="2515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054932" y="1126484"/>
            <a:ext cx="408727" cy="408727"/>
          </a:xfrm>
          <a:custGeom>
            <a:avLst/>
            <a:gdLst/>
            <a:ahLst/>
            <a:cxnLst/>
            <a:rect l="l" t="t" r="r" b="b"/>
            <a:pathLst>
              <a:path w="408727" h="408727">
                <a:moveTo>
                  <a:pt x="0" y="0"/>
                </a:moveTo>
                <a:lnTo>
                  <a:pt x="408727" y="0"/>
                </a:lnTo>
                <a:lnTo>
                  <a:pt x="408727" y="408727"/>
                </a:lnTo>
                <a:lnTo>
                  <a:pt x="0" y="4087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04255" y="3642274"/>
            <a:ext cx="15279500" cy="2836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8"/>
              </a:lnSpc>
            </a:pPr>
            <a:r>
              <a:rPr lang="en-US" sz="22874" b="1" spc="-1166">
                <a:solidFill>
                  <a:srgbClr val="459DAC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7" name="Freeform 7"/>
          <p:cNvSpPr/>
          <p:nvPr/>
        </p:nvSpPr>
        <p:spPr>
          <a:xfrm>
            <a:off x="13318274" y="8376628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2012309" y="-2919327"/>
            <a:ext cx="4520308" cy="4507525"/>
          </a:xfrm>
          <a:custGeom>
            <a:avLst/>
            <a:gdLst/>
            <a:ahLst/>
            <a:cxnLst/>
            <a:rect l="l" t="t" r="r" b="b"/>
            <a:pathLst>
              <a:path w="4520308" h="4507525">
                <a:moveTo>
                  <a:pt x="0" y="0"/>
                </a:moveTo>
                <a:lnTo>
                  <a:pt x="4520308" y="0"/>
                </a:lnTo>
                <a:lnTo>
                  <a:pt x="4520308" y="4507525"/>
                </a:lnTo>
                <a:lnTo>
                  <a:pt x="0" y="4507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6021"/>
            <a:ext cx="1172213" cy="1110463"/>
            <a:chOff x="0" y="0"/>
            <a:chExt cx="1562951" cy="14806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62989" cy="1480566"/>
            </a:xfrm>
            <a:custGeom>
              <a:avLst/>
              <a:gdLst/>
              <a:ahLst/>
              <a:cxnLst/>
              <a:rect l="l" t="t" r="r" b="b"/>
              <a:pathLst>
                <a:path w="1562989" h="1480566">
                  <a:moveTo>
                    <a:pt x="0" y="0"/>
                  </a:moveTo>
                  <a:lnTo>
                    <a:pt x="1562989" y="0"/>
                  </a:lnTo>
                  <a:lnTo>
                    <a:pt x="1562989" y="1480566"/>
                  </a:lnTo>
                  <a:lnTo>
                    <a:pt x="0" y="14805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449" r="2" b="-545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022097" y="-5934"/>
            <a:ext cx="3240500" cy="603847"/>
            <a:chOff x="0" y="0"/>
            <a:chExt cx="4320667" cy="8051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20667" cy="805180"/>
            </a:xfrm>
            <a:custGeom>
              <a:avLst/>
              <a:gdLst/>
              <a:ahLst/>
              <a:cxnLst/>
              <a:rect l="l" t="t" r="r" b="b"/>
              <a:pathLst>
                <a:path w="4320667" h="805180">
                  <a:moveTo>
                    <a:pt x="0" y="0"/>
                  </a:moveTo>
                  <a:lnTo>
                    <a:pt x="4320667" y="0"/>
                  </a:lnTo>
                  <a:lnTo>
                    <a:pt x="4320667" y="805180"/>
                  </a:lnTo>
                  <a:lnTo>
                    <a:pt x="0" y="80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4754" t="-30837" b="-52370"/>
              </a:stretch>
            </a:blipFill>
          </p:spPr>
        </p:sp>
      </p:grp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</Words>
  <Application>Microsoft Office PowerPoint</Application>
  <PresentationFormat>Custom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Poppins Bold</vt:lpstr>
      <vt:lpstr>Poppins</vt:lpstr>
      <vt:lpstr>Poppins Semi-Bold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</dc:title>
  <cp:lastModifiedBy>Ayush Rana</cp:lastModifiedBy>
  <cp:revision>3</cp:revision>
  <dcterms:created xsi:type="dcterms:W3CDTF">2006-08-16T00:00:00Z</dcterms:created>
  <dcterms:modified xsi:type="dcterms:W3CDTF">2026-02-21T04:14:56Z</dcterms:modified>
  <dc:identifier>DAHB1IEhgNY</dc:identifier>
</cp:coreProperties>
</file>