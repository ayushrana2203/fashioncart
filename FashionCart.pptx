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18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61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49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167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27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8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96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34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67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04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8821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397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5651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555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58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24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919DD-D996-41D0-A663-1AB5C29F9975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C4C90F-3FD7-46DF-A6E3-5190D14DC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032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F27D2-C7D8-191F-AEA3-999648CC0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676999"/>
            <a:ext cx="7687733" cy="1162649"/>
          </a:xfrm>
        </p:spPr>
        <p:txBody>
          <a:bodyPr/>
          <a:lstStyle/>
          <a:p>
            <a:pPr algn="l"/>
            <a:r>
              <a:rPr lang="en-US" sz="6000" dirty="0" err="1">
                <a:latin typeface="Bernard MT Condensed" panose="02050806060905020404" pitchFamily="18" charset="0"/>
              </a:rPr>
              <a:t>FashionCart</a:t>
            </a:r>
            <a:endParaRPr lang="en-IN" sz="6000" dirty="0">
              <a:latin typeface="Bernard MT Condensed" panose="020508060609050204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14A61-FF00-F5FA-D255-3A1FB8D6E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1866" y="2696432"/>
            <a:ext cx="2032000" cy="512762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Prepared by: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46F9B-4030-9029-0571-4529199241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83A61B-4517-AD7D-7A0E-C80E2ADB5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9F1C5AB-1BAA-3A20-163F-E18448FA6E6C}"/>
              </a:ext>
            </a:extLst>
          </p:cNvPr>
          <p:cNvSpPr txBox="1">
            <a:spLocks/>
          </p:cNvSpPr>
          <p:nvPr/>
        </p:nvSpPr>
        <p:spPr>
          <a:xfrm>
            <a:off x="819548" y="3502150"/>
            <a:ext cx="3686118" cy="174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Berlin Sans FB" panose="020E0602020502020306" pitchFamily="34" charset="0"/>
              </a:rPr>
              <a:t>Name: PATEL YATRIK N.</a:t>
            </a:r>
          </a:p>
          <a:p>
            <a:pPr algn="l"/>
            <a:r>
              <a:rPr lang="en-US" dirty="0">
                <a:latin typeface="Berlin Sans FB" panose="020E0602020502020306" pitchFamily="34" charset="0"/>
              </a:rPr>
              <a:t>Enroll no: 24002171210125</a:t>
            </a:r>
          </a:p>
          <a:p>
            <a:pPr algn="l"/>
            <a:r>
              <a:rPr lang="en-US" dirty="0">
                <a:latin typeface="Berlin Sans FB" panose="020E0602020502020306" pitchFamily="34" charset="0"/>
              </a:rPr>
              <a:t>Div : B2</a:t>
            </a:r>
          </a:p>
          <a:p>
            <a:pPr algn="l"/>
            <a:endParaRPr lang="en-US" dirty="0">
              <a:latin typeface="Berlin Sans FB" panose="020E0602020502020306" pitchFamily="34" charset="0"/>
            </a:endParaRPr>
          </a:p>
          <a:p>
            <a:pPr algn="l"/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052DFA9-3E1C-14EE-67C0-21B61CBB1993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4334933" cy="174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Berlin Sans FB" panose="020E0602020502020306" pitchFamily="34" charset="0"/>
              </a:rPr>
              <a:t>Name: THANTH SANJAY H.</a:t>
            </a:r>
          </a:p>
          <a:p>
            <a:pPr algn="l"/>
            <a:r>
              <a:rPr lang="en-US" dirty="0">
                <a:latin typeface="Berlin Sans FB" panose="020E0602020502020306" pitchFamily="34" charset="0"/>
              </a:rPr>
              <a:t>Enroll no: 24002171210193</a:t>
            </a:r>
          </a:p>
          <a:p>
            <a:pPr algn="l"/>
            <a:r>
              <a:rPr lang="en-US" dirty="0">
                <a:latin typeface="Berlin Sans FB" panose="020E0602020502020306" pitchFamily="34" charset="0"/>
              </a:rPr>
              <a:t>Div : B2</a:t>
            </a:r>
          </a:p>
          <a:p>
            <a:pPr algn="l"/>
            <a:endParaRPr lang="en-US" dirty="0">
              <a:latin typeface="Berlin Sans FB" panose="020E0602020502020306" pitchFamily="34" charset="0"/>
            </a:endParaRPr>
          </a:p>
          <a:p>
            <a:pPr algn="l"/>
            <a:endParaRPr lang="en-US" dirty="0">
              <a:latin typeface="Berlin Sans FB" panose="020E0602020502020306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B802EDA-D7D3-4018-4D89-80D0CBBA39C2}"/>
              </a:ext>
            </a:extLst>
          </p:cNvPr>
          <p:cNvSpPr txBox="1">
            <a:spLocks/>
          </p:cNvSpPr>
          <p:nvPr/>
        </p:nvSpPr>
        <p:spPr>
          <a:xfrm>
            <a:off x="3524807" y="5242913"/>
            <a:ext cx="3686118" cy="1469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atin typeface="Berlin Sans FB" panose="020E0602020502020306" pitchFamily="34" charset="0"/>
              </a:rPr>
              <a:t>Name: RANA AYUSH J.</a:t>
            </a:r>
          </a:p>
          <a:p>
            <a:pPr algn="l"/>
            <a:r>
              <a:rPr lang="en-US" dirty="0">
                <a:latin typeface="Berlin Sans FB" panose="020E0602020502020306" pitchFamily="34" charset="0"/>
              </a:rPr>
              <a:t>Enroll no: 24002171210151</a:t>
            </a:r>
          </a:p>
          <a:p>
            <a:pPr algn="l"/>
            <a:r>
              <a:rPr lang="en-US" dirty="0">
                <a:latin typeface="Berlin Sans FB" panose="020E0602020502020306" pitchFamily="34" charset="0"/>
              </a:rPr>
              <a:t>Div : B2</a:t>
            </a:r>
          </a:p>
          <a:p>
            <a:pPr algn="l"/>
            <a:endParaRPr lang="en-US" dirty="0">
              <a:latin typeface="Berlin Sans FB" panose="020E0602020502020306" pitchFamily="34" charset="0"/>
            </a:endParaRPr>
          </a:p>
          <a:p>
            <a:pPr algn="l"/>
            <a:endParaRPr lang="en-US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529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19FE0-E2BC-184C-2C4F-5FB16B5D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48" y="776377"/>
            <a:ext cx="8596668" cy="13208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Bernard MT Condensed" panose="02050806060905020404" pitchFamily="18" charset="0"/>
              </a:rPr>
              <a:t>Project overview</a:t>
            </a:r>
            <a:endParaRPr lang="en-IN" sz="5400" dirty="0">
              <a:latin typeface="Bernard MT Condensed" panose="02050806060905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A188F-7880-92DE-1CC4-A9575EC44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418666" cy="3880773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Berlin Sans FB" panose="020E0602020502020306" pitchFamily="34" charset="0"/>
              </a:rPr>
              <a:t>FashionCart</a:t>
            </a:r>
            <a:r>
              <a:rPr lang="en-US" sz="2000" dirty="0">
                <a:latin typeface="Berlin Sans FB" panose="020E0602020502020306" pitchFamily="34" charset="0"/>
              </a:rPr>
              <a:t> is an e-commerce platform designed to sell fashion products online for:</a:t>
            </a:r>
          </a:p>
          <a:p>
            <a:r>
              <a:rPr lang="en-US" sz="2000" dirty="0">
                <a:latin typeface="Berlin Sans FB" panose="020E0602020502020306" pitchFamily="34" charset="0"/>
              </a:rPr>
              <a:t>👔 Men</a:t>
            </a:r>
          </a:p>
          <a:p>
            <a:r>
              <a:rPr lang="en-US" sz="2000" dirty="0">
                <a:latin typeface="Berlin Sans FB" panose="020E0602020502020306" pitchFamily="34" charset="0"/>
              </a:rPr>
              <a:t>👗 Women</a:t>
            </a:r>
          </a:p>
          <a:p>
            <a:r>
              <a:rPr lang="en-US" sz="2000" dirty="0">
                <a:latin typeface="Berlin Sans FB" panose="020E0602020502020306" pitchFamily="34" charset="0"/>
              </a:rPr>
              <a:t>🧒 Children</a:t>
            </a:r>
          </a:p>
          <a:p>
            <a:r>
              <a:rPr lang="en-US" sz="2000" dirty="0">
                <a:latin typeface="Berlin Sans FB" panose="020E0602020502020306" pitchFamily="34" charset="0"/>
              </a:rPr>
              <a:t>👟 Footwear</a:t>
            </a:r>
          </a:p>
          <a:p>
            <a:endParaRPr lang="en-IN" sz="2000" dirty="0">
              <a:latin typeface="Berlin Sans FB" panose="020E0602020502020306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53F71-89D9-984C-5DE9-AEFE7ECDF0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D2579D-2231-6219-0609-9C56D13C1A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2050" name="Picture 2" descr="Fashion store Images - Free Download on Freepik">
            <a:extLst>
              <a:ext uri="{FF2B5EF4-FFF2-40B4-BE49-F238E27FC236}">
                <a16:creationId xmlns:a16="http://schemas.microsoft.com/office/drawing/2014/main" id="{F719BEB2-C566-9B75-BE0A-FF8B27ACA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200" y="1930400"/>
            <a:ext cx="4928658" cy="411096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201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3764E-FA15-97BD-0655-95D10C1D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733" y="866778"/>
            <a:ext cx="8596668" cy="132080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Bernard MT Condensed" panose="02050806060905020404" pitchFamily="18" charset="0"/>
              </a:rPr>
              <a:t>Working Flow</a:t>
            </a:r>
            <a:endParaRPr lang="en-IN" sz="6000" dirty="0">
              <a:latin typeface="Bernard MT Condensed" panose="02050806060905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0B305-B1C7-5F63-BB62-9B316D0D8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733" y="2187578"/>
            <a:ext cx="4385733" cy="38807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1. User Access</a:t>
            </a:r>
          </a:p>
          <a:p>
            <a:r>
              <a:rPr lang="en-IN" sz="2000" dirty="0">
                <a:latin typeface="Berlin Sans FB" panose="020E0602020502020306" pitchFamily="34" charset="0"/>
              </a:rPr>
              <a:t>2. Browse Products</a:t>
            </a:r>
          </a:p>
          <a:p>
            <a:r>
              <a:rPr lang="en-IN" sz="2000" dirty="0">
                <a:latin typeface="Berlin Sans FB" panose="020E0602020502020306" pitchFamily="34" charset="0"/>
              </a:rPr>
              <a:t>3. Add to Cart</a:t>
            </a:r>
          </a:p>
          <a:p>
            <a:r>
              <a:rPr lang="en-IN" sz="2000" dirty="0">
                <a:latin typeface="Berlin Sans FB" panose="020E0602020502020306" pitchFamily="34" charset="0"/>
              </a:rPr>
              <a:t>4. Checkout Process</a:t>
            </a:r>
          </a:p>
          <a:p>
            <a:pPr marL="0" indent="0">
              <a:buNone/>
            </a:pPr>
            <a:endParaRPr lang="en-IN" sz="2000" dirty="0">
              <a:latin typeface="Berlin Sans FB" panose="020E0602020502020306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DEA7C-500A-B35F-F283-E863555D40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BEECF5-5B09-0A5B-3257-A14F6E294B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7B3AF6-15A2-34AB-DC96-4E3582CC26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332" y="237067"/>
            <a:ext cx="2726267" cy="641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6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68F4-A393-41E3-B77C-4A6DEA301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77" y="837760"/>
            <a:ext cx="8596668" cy="132080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Bernard MT Condensed" panose="02050806060905020404" pitchFamily="18" charset="0"/>
              </a:rPr>
              <a:t>Technologies Used</a:t>
            </a:r>
            <a:endParaRPr lang="en-IN" sz="6000" dirty="0">
              <a:latin typeface="Bernard MT Condensed" panose="02050806060905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9BDD3-3DC2-420E-0A30-BEAA6AEF7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4" y="2160589"/>
            <a:ext cx="4910666" cy="388077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Berlin Sans FB" panose="020E0602020502020306" pitchFamily="34" charset="0"/>
              </a:rPr>
              <a:t>Frontend</a:t>
            </a:r>
          </a:p>
          <a:p>
            <a:pPr marL="0" indent="0">
              <a:buNone/>
            </a:pPr>
            <a:r>
              <a:rPr lang="en-US" sz="2000" dirty="0">
                <a:latin typeface="Berlin Sans FB" panose="020E0602020502020306" pitchFamily="34" charset="0"/>
              </a:rPr>
              <a:t>	- HTML, CSS, JAVASCRIPT, BOOTSTRAP</a:t>
            </a:r>
          </a:p>
          <a:p>
            <a:pPr marL="0" indent="0">
              <a:buNone/>
            </a:pPr>
            <a:endParaRPr lang="en-US" sz="2000" dirty="0">
              <a:latin typeface="Berlin Sans FB" panose="020E0602020502020306" pitchFamily="34" charset="0"/>
            </a:endParaRPr>
          </a:p>
          <a:p>
            <a:r>
              <a:rPr lang="en-US" sz="2000" dirty="0">
                <a:latin typeface="Berlin Sans FB" panose="020E0602020502020306" pitchFamily="34" charset="0"/>
              </a:rPr>
              <a:t>Database</a:t>
            </a:r>
          </a:p>
          <a:p>
            <a:pPr marL="0" indent="0">
              <a:buNone/>
            </a:pPr>
            <a:r>
              <a:rPr lang="en-US" sz="2000" dirty="0">
                <a:latin typeface="Berlin Sans FB" panose="020E0602020502020306" pitchFamily="34" charset="0"/>
              </a:rPr>
              <a:t>	- Local Storage</a:t>
            </a:r>
          </a:p>
          <a:p>
            <a:pPr marL="0" indent="0">
              <a:buNone/>
            </a:pPr>
            <a:endParaRPr lang="en-US" sz="2000" dirty="0">
              <a:latin typeface="Berlin Sans FB" panose="020E0602020502020306" pitchFamily="34" charset="0"/>
            </a:endParaRPr>
          </a:p>
        </p:txBody>
      </p:sp>
      <p:pic>
        <p:nvPicPr>
          <p:cNvPr id="3074" name="Picture 2" descr="Technology Stock Photos, Images and Backgrounds for Free ...">
            <a:extLst>
              <a:ext uri="{FF2B5EF4-FFF2-40B4-BE49-F238E27FC236}">
                <a16:creationId xmlns:a16="http://schemas.microsoft.com/office/drawing/2014/main" id="{E5C73A51-FF82-D2E8-30A3-3112F9850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308" y="1991783"/>
            <a:ext cx="5881158" cy="404957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0A8A9D-9CAB-00E4-A65E-9D216F7C0C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4B295E-30B7-9F7B-69E8-1616A63C71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22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762B-E1FC-26B2-EA80-0274C5DBB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48" y="863918"/>
            <a:ext cx="8596668" cy="1320800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Bernard MT Condensed" panose="02050806060905020404" pitchFamily="18" charset="0"/>
              </a:rPr>
              <a:t>Future Scope</a:t>
            </a:r>
            <a:endParaRPr lang="en-IN" sz="6000" dirty="0">
              <a:latin typeface="Bernard MT Condensed" panose="020508060609050204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45705-D5AD-E8E6-4D2E-160AB722AA76}"/>
              </a:ext>
            </a:extLst>
          </p:cNvPr>
          <p:cNvSpPr txBox="1"/>
          <p:nvPr/>
        </p:nvSpPr>
        <p:spPr>
          <a:xfrm>
            <a:off x="677334" y="2796680"/>
            <a:ext cx="53361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Berlin Sans FB" panose="020E0602020502020306" pitchFamily="34" charset="0"/>
              </a:rPr>
              <a:t>-  AI-based product recommendations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Berlin Sans FB" panose="020E0602020502020306" pitchFamily="34" charset="0"/>
              </a:rPr>
              <a:t>-  Virtual Try-On feature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Berlin Sans FB" panose="020E0602020502020306" pitchFamily="34" charset="0"/>
              </a:rPr>
              <a:t>-  Mobile Application (Android &amp; iOS)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Berlin Sans FB" panose="020E0602020502020306" pitchFamily="34" charset="0"/>
              </a:rPr>
              <a:t>-  Multi-language &amp; multi-currency support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Berlin Sans FB" panose="020E0602020502020306" pitchFamily="34" charset="0"/>
              </a:rPr>
              <a:t>-  Loyalty programs &amp; discount coupons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Berlin Sans FB" panose="020E0602020502020306" pitchFamily="34" charset="0"/>
              </a:rPr>
              <a:t>-  Integration with social media shopping</a:t>
            </a:r>
          </a:p>
          <a:p>
            <a:endParaRPr lang="en-IN" sz="2000" dirty="0">
              <a:latin typeface="Berlin Sans FB" panose="020E0602020502020306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2782A5-D7FC-F572-6686-42547D3C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817" y="2099732"/>
            <a:ext cx="5336116" cy="364066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226547-7DFD-25AD-26D8-91C48E22C1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5E3073-3D56-F8F7-982B-69AB6B6ACB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48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19EF-B9EE-21C9-6B05-E451AF483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Bernard MT Condensed" panose="02050806060905020404" pitchFamily="18" charset="0"/>
              </a:rPr>
              <a:t>Thank You</a:t>
            </a:r>
            <a:endParaRPr lang="en-IN" sz="6000" dirty="0">
              <a:latin typeface="Bernard MT Condensed" panose="020508060609050204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3A1C0-2070-9053-2360-49A229FE65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9548" cy="7763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94E329-57D1-CCDA-34DB-098BE3455B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8951498" y="0"/>
            <a:ext cx="3240502" cy="60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33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</TotalTime>
  <Words>139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Berlin Sans FB</vt:lpstr>
      <vt:lpstr>Bernard MT Condensed</vt:lpstr>
      <vt:lpstr>Trebuchet MS</vt:lpstr>
      <vt:lpstr>Wingdings 3</vt:lpstr>
      <vt:lpstr>Facet</vt:lpstr>
      <vt:lpstr>FashionCart</vt:lpstr>
      <vt:lpstr>Project overview</vt:lpstr>
      <vt:lpstr>Working Flow</vt:lpstr>
      <vt:lpstr>Technologies Used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siya patel</dc:creator>
  <cp:lastModifiedBy>Ayush Rana</cp:lastModifiedBy>
  <cp:revision>9</cp:revision>
  <dcterms:created xsi:type="dcterms:W3CDTF">2026-02-19T07:48:41Z</dcterms:created>
  <dcterms:modified xsi:type="dcterms:W3CDTF">2026-02-21T03:54:35Z</dcterms:modified>
</cp:coreProperties>
</file>